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6.xml" ContentType="application/vnd.openxmlformats-officedocument.theme+xml"/>
  <Override PartName="/ppt/theme/theme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0.xml" ContentType="application/vnd.openxmlformats-officedocument.theme+xml"/>
  <Override PartName="/ppt/theme/theme2.xml" ContentType="application/vnd.openxmlformats-officedocument.theme+xml"/>
  <Override PartName="/ppt/theme/theme29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24.xml" ContentType="application/vnd.openxmlformats-officedocument.theme+xml"/>
  <Override PartName="/ppt/theme/theme6.xml" ContentType="application/vnd.openxmlformats-officedocument.theme+xml"/>
  <Override PartName="/ppt/theme/theme25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2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.emf" ContentType="image/x-emf"/>
  <Override PartName="/ppt/embeddings/oleObject2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18.bin" ContentType="application/vnd.openxmlformats-officedocument.oleObject"/>
  <Override PartName="/ppt/embeddings/oleObject1.bin" ContentType="application/vnd.openxmlformats-officedocument.oleObject"/>
  <Override PartName="/ppt/embeddings/oleObject33.bin" ContentType="application/vnd.openxmlformats-officedocument.oleObject"/>
  <Override PartName="/ppt/embeddings/oleObject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35.bin" ContentType="application/vnd.openxmlformats-officedocument.oleObject"/>
  <Override PartName="/ppt/embeddings/oleObject5.bin" ContentType="application/vnd.openxmlformats-officedocument.oleObject"/>
  <Override PartName="/ppt/embeddings/oleObject36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11.bin" ContentType="application/vnd.openxmlformats-officedocument.oleObject"/>
  <Override PartName="/ppt/embeddings/oleObject8.bin" ContentType="application/vnd.openxmlformats-officedocument.oleObject"/>
  <Override PartName="/ppt/embeddings/oleObject10.bin" ContentType="application/vnd.openxmlformats-officedocument.oleObject"/>
  <Override PartName="/ppt/embeddings/oleObject9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slideMasters/slideMaster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  <p:sldMasterId id="2147483662" r:id="rId14"/>
    <p:sldMasterId id="2147483663" r:id="rId15"/>
    <p:sldMasterId id="2147483664" r:id="rId16"/>
    <p:sldMasterId id="2147483665" r:id="rId17"/>
    <p:sldMasterId id="2147483666" r:id="rId18"/>
    <p:sldMasterId id="2147483667" r:id="rId19"/>
    <p:sldMasterId id="2147483668" r:id="rId20"/>
    <p:sldMasterId id="2147483669" r:id="rId21"/>
    <p:sldMasterId id="2147483670" r:id="rId22"/>
    <p:sldMasterId id="2147483671" r:id="rId23"/>
    <p:sldMasterId id="2147483672" r:id="rId24"/>
    <p:sldMasterId id="2147483674" r:id="rId25"/>
    <p:sldMasterId id="2147483675" r:id="rId26"/>
    <p:sldMasterId id="2147483676" r:id="rId27"/>
    <p:sldMasterId id="2147483677" r:id="rId28"/>
    <p:sldMasterId id="2147483678" r:id="rId29"/>
    <p:sldMasterId id="2147483679" r:id="rId30"/>
    <p:sldMasterId id="2147483680" r:id="rId31"/>
    <p:sldMasterId id="2147483682" r:id="rId32"/>
    <p:sldMasterId id="2147483683" r:id="rId33"/>
    <p:sldMasterId id="2147483684" r:id="rId34"/>
    <p:sldMasterId id="2147483685" r:id="rId35"/>
    <p:sldMasterId id="2147483686" r:id="rId36"/>
    <p:sldMasterId id="2147483687" r:id="rId37"/>
  </p:sldMasterIdLst>
  <p:notesMasterIdLst>
    <p:notesMasterId r:id="rId38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en-US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move the slide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 type="dt" idx="109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 type="ftr" idx="110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6"/>
          <p:cNvSpPr>
            <a:spLocks noGrp="1"/>
          </p:cNvSpPr>
          <p:nvPr>
            <p:ph type="sldNum" idx="111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D2C25D-4CE1-4C62-8246-9C20F48C67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717480" y="1162080"/>
            <a:ext cx="5574960" cy="313668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8080" cy="366012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14"/>
          </p:nvPr>
        </p:nvSpPr>
        <p:spPr>
          <a:xfrm>
            <a:off x="3970800" y="8830080"/>
            <a:ext cx="3037320" cy="466200"/>
          </a:xfrm>
          <a:prstGeom prst="rect">
            <a:avLst/>
          </a:prstGeom>
          <a:noFill/>
          <a:ln w="0">
            <a:noFill/>
          </a:ln>
        </p:spPr>
        <p:txBody>
          <a:bodyPr lIns="93240" tIns="46440" rIns="93240" bIns="4644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3152B3-0F49-4C92-B217-8D2F6D9BBB7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_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EBDFFC-07F2-46CD-B3C9-313F1609D8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and Content_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36A072-04A8-4874-8167-F3F4B7B3F0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9F6EB7DA-823C-45FE-9AD1-B202A78B2F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d Slide_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74FA4CD0-723D-4256-8E09-F5472B58D3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jpeg"/><Relationship Id="rId8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image" Target="../media/image2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9.jpeg"/><Relationship Id="rId6" Type="http://schemas.openxmlformats.org/officeDocument/2006/relationships/image" Target="../media/image2.png"/><Relationship Id="rId7" Type="http://schemas.openxmlformats.org/officeDocument/2006/relationships/image" Target="../media/image10.pn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oleObject" Target="../embeddings/oleObject5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11.jpeg"/><Relationship Id="rId6" Type="http://schemas.openxmlformats.org/officeDocument/2006/relationships/image" Target="../media/image2.png"/><Relationship Id="rId7" Type="http://schemas.openxmlformats.org/officeDocument/2006/relationships/image" Target="../media/image6.pn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12.jpeg"/><Relationship Id="rId6" Type="http://schemas.openxmlformats.org/officeDocument/2006/relationships/image" Target="../media/image8.pn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oleObject" Target="../embeddings/oleObject7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13.jpeg"/><Relationship Id="rId6" Type="http://schemas.openxmlformats.org/officeDocument/2006/relationships/image" Target="../media/image10.png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14.jpeg"/><Relationship Id="rId6" Type="http://schemas.openxmlformats.org/officeDocument/2006/relationships/image" Target="../media/image6.png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oleObject" Target="../embeddings/oleObject9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15.jpeg"/><Relationship Id="rId6" Type="http://schemas.openxmlformats.org/officeDocument/2006/relationships/image" Target="../media/image6.png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oleObject" Target="../embeddings/oleObject10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6.jpeg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oleObject" Target="../embeddings/oleObject11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17.jpeg"/><Relationship Id="rId7" Type="http://schemas.openxmlformats.org/officeDocument/2006/relationships/image" Target="../media/image10.png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oleObject" Target="../embeddings/oleObject12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18.jpeg"/><Relationship Id="rId6" Type="http://schemas.openxmlformats.org/officeDocument/2006/relationships/image" Target="../media/image2.png"/><Relationship Id="rId7" Type="http://schemas.openxmlformats.org/officeDocument/2006/relationships/image" Target="../media/image4.png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oleObject" Target="../embeddings/oleObject13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19.jpeg"/><Relationship Id="rId7" Type="http://schemas.openxmlformats.org/officeDocument/2006/relationships/image" Target="../media/image6.png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oleObject" Target="../embeddings/oleObject14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0.jpeg"/><Relationship Id="rId6" Type="http://schemas.openxmlformats.org/officeDocument/2006/relationships/image" Target="../media/image2.png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oleObject" Target="../embeddings/oleObject15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1.jpeg"/><Relationship Id="rId6" Type="http://schemas.openxmlformats.org/officeDocument/2006/relationships/image" Target="../media/image2.png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oleObject" Target="../embeddings/oleObject16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2.jpeg"/><Relationship Id="rId6" Type="http://schemas.openxmlformats.org/officeDocument/2006/relationships/image" Target="../media/image2.png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oleObject" Target="../embeddings/oleObject17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oleObject" Target="../embeddings/oleObject19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3.jpeg"/><Relationship Id="rId6" Type="http://schemas.openxmlformats.org/officeDocument/2006/relationships/image" Target="../media/image4.png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oleObject" Target="../embeddings/oleObject21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4.jpeg"/><Relationship Id="rId6" Type="http://schemas.openxmlformats.org/officeDocument/2006/relationships/image" Target="../media/image4.png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oleObject" Target="../embeddings/oleObject22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5.jpeg"/><Relationship Id="rId6" Type="http://schemas.openxmlformats.org/officeDocument/2006/relationships/image" Target="../media/image4.png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6.jpe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oleObject" Target="../embeddings/oleObject26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oleObject" Target="../embeddings/oleObject29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27.jpeg"/><Relationship Id="rId6" Type="http://schemas.openxmlformats.org/officeDocument/2006/relationships/image" Target="../media/image4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41.jpe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4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oleObject" Target="../embeddings/oleObject31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42.jpeg"/><Relationship Id="rId6" Type="http://schemas.openxmlformats.org/officeDocument/2006/relationships/image" Target="../media/image4.png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oleObject" Target="../embeddings/oleObject32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43.jpeg"/><Relationship Id="rId6" Type="http://schemas.openxmlformats.org/officeDocument/2006/relationships/image" Target="../media/image4.png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44.jpeg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oleObject" Target="../embeddings/oleObject34.bin"/><Relationship Id="rId3" Type="http://schemas.openxmlformats.org/officeDocument/2006/relationships/image" Target="../media/image1.emf"/><Relationship Id="rId4" Type="http://schemas.openxmlformats.org/officeDocument/2006/relationships/image" Target="../media/image2.png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oleObject" Target="../embeddings/oleObject35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8.png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oleObject" Target="../embeddings/oleObject36.bin"/><Relationship Id="rId3" Type="http://schemas.openxmlformats.org/officeDocument/2006/relationships/image" Target="../media/image1.emf"/><Relationship Id="rId4" Type="http://schemas.openxmlformats.org/officeDocument/2006/relationships/image" Target="../media/image2.png"/><Relationship Id="rId5" Type="http://schemas.openxmlformats.org/officeDocument/2006/relationships/image" Target="../media/image10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4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7"/>
          <p:cNvPicPr/>
          <p:nvPr/>
        </p:nvPicPr>
        <p:blipFill>
          <a:blip r:embed="rId5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16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02040" y="1122480"/>
            <a:ext cx="511200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4420440" y="64494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302040" y="6449400"/>
            <a:ext cx="41180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10636920" y="645336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4A1736-A0D8-4CD6-B639-7FA727A3ED7C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" name="Picture 6"/>
          <p:cNvPicPr/>
          <p:nvPr/>
        </p:nvPicPr>
        <p:blipFill>
          <a:blip r:embed="rId7"/>
          <a:stretch/>
        </p:blipFill>
        <p:spPr>
          <a:xfrm>
            <a:off x="0" y="6950160"/>
            <a:ext cx="12191760" cy="11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6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114811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4"/>
          </p:nvPr>
        </p:nvSpPr>
        <p:spPr>
          <a:xfrm>
            <a:off x="302040" y="645912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Picture 10"/>
          <p:cNvPicPr/>
          <p:nvPr/>
        </p:nvPicPr>
        <p:blipFill>
          <a:blip r:embed="rId5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3"/>
          <p:cNvSpPr>
            <a:spLocks noGrp="1"/>
          </p:cNvSpPr>
          <p:nvPr>
            <p:ph type="dt" idx="5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6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EDAD15-DC19-4B14-93D1-0A262B832BA4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302040" y="2358720"/>
            <a:ext cx="1055916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5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6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6"/>
          <p:cNvPicPr/>
          <p:nvPr/>
        </p:nvPicPr>
        <p:blipFill>
          <a:blip r:embed="rId5"/>
          <a:stretch/>
        </p:blipFill>
        <p:spPr>
          <a:xfrm>
            <a:off x="0" y="0"/>
            <a:ext cx="441288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Picture 8"/>
          <p:cNvPicPr/>
          <p:nvPr/>
        </p:nvPicPr>
        <p:blipFill>
          <a:blip r:embed="rId6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dt" idx="7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ftr" idx="8"/>
          </p:nvPr>
        </p:nvSpPr>
        <p:spPr>
          <a:xfrm>
            <a:off x="292608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9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F7B501-5406-4EC9-9394-066FF1CB92F2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" name="Picture 9" descr="Shape  Description automatically generated with medium confidence"/>
          <p:cNvPicPr/>
          <p:nvPr/>
        </p:nvPicPr>
        <p:blipFill>
          <a:blip r:embed="rId7"/>
          <a:stretch/>
        </p:blipFill>
        <p:spPr>
          <a:xfrm>
            <a:off x="1043712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Rectangle 12"/>
          <p:cNvSpPr/>
          <p:nvPr/>
        </p:nvSpPr>
        <p:spPr>
          <a:xfrm>
            <a:off x="11783520" y="-500760"/>
            <a:ext cx="408240" cy="408240"/>
          </a:xfrm>
          <a:prstGeom prst="rect">
            <a:avLst/>
          </a:prstGeom>
          <a:solidFill>
            <a:schemeClr val="dk1">
              <a:lumMod val="75000"/>
              <a:lumOff val="25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5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Margin</a:t>
            </a:r>
            <a:endParaRPr lang="en-US" sz="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3483720" y="1122480"/>
            <a:ext cx="728748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483720" y="2235240"/>
            <a:ext cx="728748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7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8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11"/>
          <p:cNvPicPr/>
          <p:nvPr/>
        </p:nvPicPr>
        <p:blipFill>
          <a:blip r:embed="rId5"/>
          <a:stretch/>
        </p:blipFill>
        <p:spPr>
          <a:xfrm>
            <a:off x="0" y="0"/>
            <a:ext cx="44128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ftr" idx="10"/>
          </p:nvPr>
        </p:nvSpPr>
        <p:spPr>
          <a:xfrm>
            <a:off x="292608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Picture 12" descr="Shape  Description automatically generated with medium confidence"/>
          <p:cNvPicPr/>
          <p:nvPr/>
        </p:nvPicPr>
        <p:blipFill>
          <a:blip r:embed="rId6"/>
          <a:stretch/>
        </p:blipFill>
        <p:spPr>
          <a:xfrm>
            <a:off x="1043712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3483720" y="1122480"/>
            <a:ext cx="728748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483720" y="2235240"/>
            <a:ext cx="728748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1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07B58-FAFB-4C18-B39B-9840D8F449EC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Picture 18"/>
          <p:cNvPicPr/>
          <p:nvPr/>
        </p:nvPicPr>
        <p:blipFill>
          <a:blip r:embed="rId7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48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49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Picture 11"/>
          <p:cNvPicPr/>
          <p:nvPr/>
        </p:nvPicPr>
        <p:blipFill>
          <a:blip r:embed="rId5"/>
          <a:stretch/>
        </p:blipFill>
        <p:spPr>
          <a:xfrm>
            <a:off x="0" y="0"/>
            <a:ext cx="44128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ftr" idx="13"/>
          </p:nvPr>
        </p:nvSpPr>
        <p:spPr>
          <a:xfrm>
            <a:off x="292608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Picture 12" descr="Shape  Description automatically generated with medium confidence"/>
          <p:cNvPicPr/>
          <p:nvPr/>
        </p:nvPicPr>
        <p:blipFill>
          <a:blip r:embed="rId6"/>
          <a:stretch/>
        </p:blipFill>
        <p:spPr>
          <a:xfrm>
            <a:off x="1043712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3483720" y="1122480"/>
            <a:ext cx="728748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3483720" y="2235240"/>
            <a:ext cx="728748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4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15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4418EF-C296-4E08-AE71-850A4E7BDAE6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Picture 20"/>
          <p:cNvPicPr/>
          <p:nvPr/>
        </p:nvPicPr>
        <p:blipFill>
          <a:blip r:embed="rId7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5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11"/>
          <p:cNvPicPr/>
          <p:nvPr/>
        </p:nvPicPr>
        <p:blipFill>
          <a:blip r:embed="rId5"/>
          <a:stretch/>
        </p:blipFill>
        <p:spPr>
          <a:xfrm>
            <a:off x="7778880" y="0"/>
            <a:ext cx="441288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14"/>
          <p:cNvPicPr/>
          <p:nvPr/>
        </p:nvPicPr>
        <p:blipFill>
          <a:blip r:embed="rId6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dt" idx="16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17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A09AC5-ECF4-46D0-9E51-E5C6ABB1DC94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title"/>
          </p:nvPr>
        </p:nvSpPr>
        <p:spPr>
          <a:xfrm>
            <a:off x="302040" y="955800"/>
            <a:ext cx="78037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302040" y="2358720"/>
            <a:ext cx="780372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18"/>
          </p:nvPr>
        </p:nvSpPr>
        <p:spPr>
          <a:xfrm>
            <a:off x="30204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6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7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11"/>
          <p:cNvPicPr/>
          <p:nvPr/>
        </p:nvPicPr>
        <p:blipFill>
          <a:blip r:embed="rId5"/>
          <a:stretch/>
        </p:blipFill>
        <p:spPr>
          <a:xfrm>
            <a:off x="7778880" y="0"/>
            <a:ext cx="441288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14"/>
          <p:cNvPicPr/>
          <p:nvPr/>
        </p:nvPicPr>
        <p:blipFill>
          <a:blip r:embed="rId6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dt" idx="19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20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1CA6D7-5391-4F56-B074-31B7261C9936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title"/>
          </p:nvPr>
        </p:nvSpPr>
        <p:spPr>
          <a:xfrm>
            <a:off x="302040" y="955800"/>
            <a:ext cx="78037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302040" y="2358720"/>
            <a:ext cx="780372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21"/>
          </p:nvPr>
        </p:nvSpPr>
        <p:spPr>
          <a:xfrm>
            <a:off x="30204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7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8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11"/>
          <p:cNvPicPr/>
          <p:nvPr/>
        </p:nvPicPr>
        <p:blipFill>
          <a:blip r:embed="rId5"/>
          <a:stretch/>
        </p:blipFill>
        <p:spPr>
          <a:xfrm>
            <a:off x="7778880" y="0"/>
            <a:ext cx="441288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14"/>
          <p:cNvPicPr/>
          <p:nvPr/>
        </p:nvPicPr>
        <p:blipFill>
          <a:blip r:embed="rId6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dt" idx="22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3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E72758-A761-4E6B-ADDE-6F46B3ECA952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title"/>
          </p:nvPr>
        </p:nvSpPr>
        <p:spPr>
          <a:xfrm>
            <a:off x="302040" y="955800"/>
            <a:ext cx="78037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302040" y="2358720"/>
            <a:ext cx="780372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24"/>
          </p:nvPr>
        </p:nvSpPr>
        <p:spPr>
          <a:xfrm>
            <a:off x="30204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8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9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11"/>
          <p:cNvPicPr/>
          <p:nvPr/>
        </p:nvPicPr>
        <p:blipFill>
          <a:blip r:embed="rId5"/>
          <a:stretch/>
        </p:blipFill>
        <p:spPr>
          <a:xfrm>
            <a:off x="7778880" y="0"/>
            <a:ext cx="441288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4"/>
          <p:cNvPicPr/>
          <p:nvPr/>
        </p:nvPicPr>
        <p:blipFill>
          <a:blip r:embed="rId6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dt" idx="25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26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0560ED-4B64-4A01-96EE-237BD15F1971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302040" y="955800"/>
            <a:ext cx="78037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302040" y="2358720"/>
            <a:ext cx="780372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27"/>
          </p:nvPr>
        </p:nvSpPr>
        <p:spPr>
          <a:xfrm>
            <a:off x="30204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9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0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3"/>
          <p:cNvPicPr/>
          <p:nvPr/>
        </p:nvPicPr>
        <p:blipFill>
          <a:blip r:embed="rId5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4720" y="1122480"/>
            <a:ext cx="765972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dt" idx="28"/>
          </p:nvPr>
        </p:nvSpPr>
        <p:spPr>
          <a:xfrm>
            <a:off x="964296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ftr" idx="29"/>
          </p:nvPr>
        </p:nvSpPr>
        <p:spPr>
          <a:xfrm>
            <a:off x="31860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30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74F8B-D352-4714-A98C-9142A9A85CFC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6" name="Picture 9" descr="Shape  Description automatically generated with medium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3114000" y="2235240"/>
            <a:ext cx="766080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14"/>
          <p:cNvPicPr/>
          <p:nvPr/>
        </p:nvPicPr>
        <p:blipFill>
          <a:blip r:embed="rId7"/>
          <a:stretch/>
        </p:blipFill>
        <p:spPr>
          <a:xfrm>
            <a:off x="0" y="1362240"/>
            <a:ext cx="2891160" cy="3781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10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1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114720" y="1122480"/>
            <a:ext cx="765972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dt" idx="31"/>
          </p:nvPr>
        </p:nvSpPr>
        <p:spPr>
          <a:xfrm>
            <a:off x="964296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ftr" idx="32"/>
          </p:nvPr>
        </p:nvSpPr>
        <p:spPr>
          <a:xfrm>
            <a:off x="31860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sldNum" idx="33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A692C8-6296-445A-B282-FADD9A3E613A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Picture 9" descr="Shape  Description automatically generated with medium confidence"/>
          <p:cNvPicPr/>
          <p:nvPr/>
        </p:nvPicPr>
        <p:blipFill>
          <a:blip r:embed="rId5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3114000" y="2235240"/>
            <a:ext cx="766080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12"/>
          <p:cNvPicPr/>
          <p:nvPr/>
        </p:nvPicPr>
        <p:blipFill>
          <a:blip r:embed="rId6"/>
          <a:stretch/>
        </p:blipFill>
        <p:spPr>
          <a:xfrm>
            <a:off x="0" y="1362240"/>
            <a:ext cx="2891160" cy="378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10"/>
          <p:cNvPicPr/>
          <p:nvPr/>
        </p:nvPicPr>
        <p:blipFill>
          <a:blip r:embed="rId7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2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7"/>
          <p:cNvPicPr/>
          <p:nvPr/>
        </p:nvPicPr>
        <p:blipFill>
          <a:blip r:embed="rId5"/>
          <a:stretch/>
        </p:blipFill>
        <p:spPr>
          <a:xfrm>
            <a:off x="6146640" y="0"/>
            <a:ext cx="6044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297720" y="1122480"/>
            <a:ext cx="511668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dt" idx="34"/>
          </p:nvPr>
        </p:nvSpPr>
        <p:spPr>
          <a:xfrm>
            <a:off x="442044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ftr" idx="35"/>
          </p:nvPr>
        </p:nvSpPr>
        <p:spPr>
          <a:xfrm>
            <a:off x="297720" y="6451200"/>
            <a:ext cx="412236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sldNum" idx="36"/>
          </p:nvPr>
        </p:nvSpPr>
        <p:spPr>
          <a:xfrm>
            <a:off x="10636920" y="64656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28CAE7-1F50-4D72-B939-BC60224FECD1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Picture 16" descr="Shape  Description automatically generated with medium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Picture 8" descr="A black and white image of a person's face  Description automatically generated with low confidence"/>
          <p:cNvPicPr/>
          <p:nvPr/>
        </p:nvPicPr>
        <p:blipFill>
          <a:blip r:embed="rId7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3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3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4720" y="1122480"/>
            <a:ext cx="765972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dt" idx="37"/>
          </p:nvPr>
        </p:nvSpPr>
        <p:spPr>
          <a:xfrm>
            <a:off x="964296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ftr" idx="38"/>
          </p:nvPr>
        </p:nvSpPr>
        <p:spPr>
          <a:xfrm>
            <a:off x="31860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39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370BCE-37DF-4D57-AF80-45F74B8DBD20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" name="Picture 9" descr="Shape  Description automatically generated with medium confidence"/>
          <p:cNvPicPr/>
          <p:nvPr/>
        </p:nvPicPr>
        <p:blipFill>
          <a:blip r:embed="rId5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3114000" y="2235240"/>
            <a:ext cx="766080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12"/>
          <p:cNvPicPr/>
          <p:nvPr/>
        </p:nvPicPr>
        <p:blipFill>
          <a:blip r:embed="rId6"/>
          <a:stretch/>
        </p:blipFill>
        <p:spPr>
          <a:xfrm>
            <a:off x="0" y="1362240"/>
            <a:ext cx="2891160" cy="378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11"/>
          <p:cNvPicPr/>
          <p:nvPr/>
        </p:nvPicPr>
        <p:blipFill>
          <a:blip r:embed="rId7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42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43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4"/>
          <p:cNvPicPr/>
          <p:nvPr/>
        </p:nvPicPr>
        <p:blipFill>
          <a:blip r:embed="rId5"/>
          <a:stretch/>
        </p:blipFill>
        <p:spPr>
          <a:xfrm>
            <a:off x="0" y="927720"/>
            <a:ext cx="2891160" cy="378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114720" y="1122480"/>
            <a:ext cx="866772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dt" idx="40"/>
          </p:nvPr>
        </p:nvSpPr>
        <p:spPr>
          <a:xfrm>
            <a:off x="964296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41"/>
          </p:nvPr>
        </p:nvSpPr>
        <p:spPr>
          <a:xfrm>
            <a:off x="31860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42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1617EF-C508-4C32-961E-E0702D1AD759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9" name="Picture 9" descr="Shape  Description automatically generated with medium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3114000" y="2235240"/>
            <a:ext cx="866916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52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53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Picture 14"/>
          <p:cNvPicPr/>
          <p:nvPr/>
        </p:nvPicPr>
        <p:blipFill>
          <a:blip r:embed="rId5"/>
          <a:stretch/>
        </p:blipFill>
        <p:spPr>
          <a:xfrm>
            <a:off x="0" y="927720"/>
            <a:ext cx="2891160" cy="378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3114720" y="1122480"/>
            <a:ext cx="866772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dt" idx="43"/>
          </p:nvPr>
        </p:nvSpPr>
        <p:spPr>
          <a:xfrm>
            <a:off x="964296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ftr" idx="44"/>
          </p:nvPr>
        </p:nvSpPr>
        <p:spPr>
          <a:xfrm>
            <a:off x="31860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sldNum" idx="45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53E9D1-ED69-46CE-AFFA-74FDE98EC703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9" name="Picture 9" descr="Shape  Description automatically generated with medium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3114000" y="2235240"/>
            <a:ext cx="866916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62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3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14"/>
          <p:cNvPicPr/>
          <p:nvPr/>
        </p:nvPicPr>
        <p:blipFill>
          <a:blip r:embed="rId5"/>
          <a:stretch/>
        </p:blipFill>
        <p:spPr>
          <a:xfrm>
            <a:off x="0" y="927720"/>
            <a:ext cx="2891160" cy="378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114720" y="1122480"/>
            <a:ext cx="8667720" cy="11124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dt" idx="46"/>
          </p:nvPr>
        </p:nvSpPr>
        <p:spPr>
          <a:xfrm>
            <a:off x="964296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47"/>
          </p:nvPr>
        </p:nvSpPr>
        <p:spPr>
          <a:xfrm>
            <a:off x="31860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ldNum" idx="48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CEACF7-B343-4911-AE9E-0FB97202EC0D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9" name="Picture 9" descr="Shape  Description automatically generated with medium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PlaceHolder 5"/>
          <p:cNvSpPr>
            <a:spLocks noGrp="1"/>
          </p:cNvSpPr>
          <p:nvPr>
            <p:ph type="body"/>
          </p:nvPr>
        </p:nvSpPr>
        <p:spPr>
          <a:xfrm>
            <a:off x="3114000" y="2235240"/>
            <a:ext cx="8669160" cy="34999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72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3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114811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302040" y="2358720"/>
            <a:ext cx="5717520" cy="3708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6172200" y="2358720"/>
            <a:ext cx="5610960" cy="3708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dt" idx="49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ftr" idx="50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sldNum" idx="51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D5CBE-B060-447B-A23F-A9FAF07CD584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8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04560" y="955800"/>
            <a:ext cx="11478600" cy="94572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302040" y="1901880"/>
            <a:ext cx="5695200" cy="823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b">
            <a:norm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02040" y="2725920"/>
            <a:ext cx="5695200" cy="2907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172200" y="1901880"/>
            <a:ext cx="5610960" cy="823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b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6172200" y="2725920"/>
            <a:ext cx="5610960" cy="2907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dt" idx="52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ftr" idx="53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8"/>
          <p:cNvSpPr>
            <a:spLocks noGrp="1"/>
          </p:cNvSpPr>
          <p:nvPr>
            <p:ph type="sldNum" idx="54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16F5AB-27DB-42DF-886B-3414B46B8BB8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92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3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114811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dt" idx="55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ftr" idx="56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sldNum" idx="57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9D8FD-FC1C-43AF-8811-1662259F5856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9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6" descr="A picture containing tiled, tub, bath  Description automatically generated"/>
          <p:cNvPicPr/>
          <p:nvPr/>
        </p:nvPicPr>
        <p:blipFill>
          <a:blip r:embed="rId5"/>
          <a:stretch/>
        </p:blipFill>
        <p:spPr>
          <a:xfrm>
            <a:off x="0" y="3600360"/>
            <a:ext cx="12191760" cy="32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PlaceHolder 1"/>
          <p:cNvSpPr>
            <a:spLocks noGrp="1"/>
          </p:cNvSpPr>
          <p:nvPr>
            <p:ph type="dt" idx="58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59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A27301-5142-44DB-8DF7-CFA1FC8BAFB3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04" name="Picture 7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PlaceHolder 3"/>
          <p:cNvSpPr>
            <a:spLocks noGrp="1"/>
          </p:cNvSpPr>
          <p:nvPr>
            <p:ph type="ftr" idx="60"/>
          </p:nvPr>
        </p:nvSpPr>
        <p:spPr>
          <a:xfrm>
            <a:off x="292608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title"/>
          </p:nvPr>
        </p:nvSpPr>
        <p:spPr>
          <a:xfrm>
            <a:off x="297720" y="1122480"/>
            <a:ext cx="10662840" cy="143892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body"/>
          </p:nvPr>
        </p:nvSpPr>
        <p:spPr>
          <a:xfrm>
            <a:off x="297720" y="2561400"/>
            <a:ext cx="10662840" cy="103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  <a:def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add subtitle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0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6"/>
          <p:cNvPicPr/>
          <p:nvPr/>
        </p:nvPicPr>
        <p:blipFill>
          <a:blip r:embed="rId5"/>
          <a:stretch/>
        </p:blipFill>
        <p:spPr>
          <a:xfrm>
            <a:off x="0" y="3600360"/>
            <a:ext cx="12191760" cy="32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PlaceHolder 1"/>
          <p:cNvSpPr>
            <a:spLocks noGrp="1"/>
          </p:cNvSpPr>
          <p:nvPr>
            <p:ph type="dt" idx="61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sldNum" idx="62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0EED08-8D42-45CB-A192-E15D47955FF3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14" name="Picture 7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PlaceHolder 3"/>
          <p:cNvSpPr>
            <a:spLocks noGrp="1"/>
          </p:cNvSpPr>
          <p:nvPr>
            <p:ph type="ftr" idx="63"/>
          </p:nvPr>
        </p:nvSpPr>
        <p:spPr>
          <a:xfrm>
            <a:off x="292608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title"/>
          </p:nvPr>
        </p:nvSpPr>
        <p:spPr>
          <a:xfrm>
            <a:off x="297720" y="1122480"/>
            <a:ext cx="10662840" cy="143892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body"/>
          </p:nvPr>
        </p:nvSpPr>
        <p:spPr>
          <a:xfrm>
            <a:off x="297720" y="2561400"/>
            <a:ext cx="10662840" cy="103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  <a:def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add subtitle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1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2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Picture 6"/>
          <p:cNvPicPr/>
          <p:nvPr/>
        </p:nvPicPr>
        <p:blipFill>
          <a:blip r:embed="rId5"/>
          <a:stretch/>
        </p:blipFill>
        <p:spPr>
          <a:xfrm>
            <a:off x="0" y="3600360"/>
            <a:ext cx="12191760" cy="32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PlaceHolder 1"/>
          <p:cNvSpPr>
            <a:spLocks noGrp="1"/>
          </p:cNvSpPr>
          <p:nvPr>
            <p:ph type="dt" idx="64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sldNum" idx="65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831CAF-57EE-4668-9933-03682AED76AD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4" name="Picture 7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PlaceHolder 3"/>
          <p:cNvSpPr>
            <a:spLocks noGrp="1"/>
          </p:cNvSpPr>
          <p:nvPr>
            <p:ph type="ftr" idx="66"/>
          </p:nvPr>
        </p:nvSpPr>
        <p:spPr>
          <a:xfrm>
            <a:off x="2926080" y="6451200"/>
            <a:ext cx="410148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title"/>
          </p:nvPr>
        </p:nvSpPr>
        <p:spPr>
          <a:xfrm>
            <a:off x="297720" y="1122480"/>
            <a:ext cx="10662840" cy="143892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body"/>
          </p:nvPr>
        </p:nvSpPr>
        <p:spPr>
          <a:xfrm>
            <a:off x="297720" y="2561400"/>
            <a:ext cx="10662840" cy="1038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  <a:def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add subtitle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2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3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Picture 9"/>
          <p:cNvPicPr/>
          <p:nvPr/>
        </p:nvPicPr>
        <p:blipFill>
          <a:blip r:embed="rId5"/>
          <a:stretch/>
        </p:blipFill>
        <p:spPr>
          <a:xfrm>
            <a:off x="6146640" y="0"/>
            <a:ext cx="6044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297720" y="1122480"/>
            <a:ext cx="5116680" cy="483552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6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Agenda or Table of Contents</a:t>
            </a:r>
            <a:endParaRPr lang="en-US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dt" idx="67"/>
          </p:nvPr>
        </p:nvSpPr>
        <p:spPr>
          <a:xfrm>
            <a:off x="442044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ftr" idx="68"/>
          </p:nvPr>
        </p:nvSpPr>
        <p:spPr>
          <a:xfrm>
            <a:off x="297720" y="6451200"/>
            <a:ext cx="412236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sldNum" idx="69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8551F0-617F-4122-A953-47B12124CF6F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36" name="Picture 8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105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105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3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4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PlaceHolder 1"/>
          <p:cNvSpPr>
            <a:spLocks noGrp="1"/>
          </p:cNvSpPr>
          <p:nvPr>
            <p:ph type="dt" idx="70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ftr" idx="71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72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B770FC-EA9F-4191-8AE2-E11424D80A5D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45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46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4469760" cy="180792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302040" y="2764080"/>
            <a:ext cx="4469760" cy="31042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dt" idx="73"/>
          </p:nvPr>
        </p:nvSpPr>
        <p:spPr>
          <a:xfrm>
            <a:off x="9507600" y="645156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ftr" idx="74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sldNum" idx="75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84994D-88DF-497E-88BB-9762E13F2B8D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54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55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4469760" cy="137700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body"/>
          </p:nvPr>
        </p:nvSpPr>
        <p:spPr>
          <a:xfrm>
            <a:off x="302040" y="2333160"/>
            <a:ext cx="4469760" cy="3535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rm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dt" idx="76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 type="ftr" idx="77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PlaceHolder 6"/>
          <p:cNvSpPr>
            <a:spLocks noGrp="1"/>
          </p:cNvSpPr>
          <p:nvPr>
            <p:ph type="sldNum" idx="78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D338E8-489B-4903-965E-DEE8A8E3F3C2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63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64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114811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302040" y="2006280"/>
            <a:ext cx="11481120" cy="4271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 vert="eaVer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dt" idx="79"/>
          </p:nvPr>
        </p:nvSpPr>
        <p:spPr>
          <a:xfrm>
            <a:off x="9507600" y="645156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ftr" idx="80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sldNum" idx="81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29A172-8C40-43AE-8E93-DD28823E633D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7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7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8724960" y="955800"/>
            <a:ext cx="3058200" cy="522072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302040" y="955800"/>
            <a:ext cx="8270280" cy="52207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 vert="eaVer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dt" idx="82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ftr" idx="83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sldNum" idx="84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1EAB85-537A-4016-8BDB-FFDF76072158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27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8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Picture 12"/>
          <p:cNvPicPr/>
          <p:nvPr/>
        </p:nvPicPr>
        <p:blipFill>
          <a:blip r:embed="rId5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PlaceHolder 1"/>
          <p:cNvSpPr>
            <a:spLocks noGrp="1"/>
          </p:cNvSpPr>
          <p:nvPr>
            <p:ph type="dt" idx="85"/>
          </p:nvPr>
        </p:nvSpPr>
        <p:spPr>
          <a:xfrm>
            <a:off x="45234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ftr" idx="86"/>
          </p:nvPr>
        </p:nvSpPr>
        <p:spPr>
          <a:xfrm>
            <a:off x="321840" y="6449040"/>
            <a:ext cx="42012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87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DD95FD-4A18-4993-81C7-AB65BB13405C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5" name="Picture 13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Picture 15" descr="Graphical user interface, text  Description automatically generated with medium confidence"/>
          <p:cNvPicPr/>
          <p:nvPr/>
        </p:nvPicPr>
        <p:blipFill>
          <a:blip r:embed="rId7"/>
          <a:stretch/>
        </p:blipFill>
        <p:spPr>
          <a:xfrm>
            <a:off x="401400" y="2841120"/>
            <a:ext cx="1964160" cy="11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Picture 17" descr="A picture containing text, clipart  Description automatically generated"/>
          <p:cNvPicPr/>
          <p:nvPr/>
        </p:nvPicPr>
        <p:blipFill>
          <a:blip r:embed="rId8"/>
          <a:stretch/>
        </p:blipFill>
        <p:spPr>
          <a:xfrm>
            <a:off x="408600" y="1439280"/>
            <a:ext cx="3140640" cy="86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Picture 19"/>
          <p:cNvPicPr/>
          <p:nvPr/>
        </p:nvPicPr>
        <p:blipFill>
          <a:blip r:embed="rId9"/>
          <a:stretch/>
        </p:blipFill>
        <p:spPr>
          <a:xfrm>
            <a:off x="405360" y="4805280"/>
            <a:ext cx="215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9" name="Picture 21"/>
          <p:cNvPicPr/>
          <p:nvPr/>
        </p:nvPicPr>
        <p:blipFill>
          <a:blip r:embed="rId10"/>
          <a:stretch/>
        </p:blipFill>
        <p:spPr>
          <a:xfrm>
            <a:off x="691920" y="4798440"/>
            <a:ext cx="2482560" cy="22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Picture 26"/>
          <p:cNvPicPr/>
          <p:nvPr/>
        </p:nvPicPr>
        <p:blipFill>
          <a:blip r:embed="rId11"/>
          <a:stretch/>
        </p:blipFill>
        <p:spPr>
          <a:xfrm>
            <a:off x="405360" y="5064480"/>
            <a:ext cx="215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27"/>
          <p:cNvPicPr/>
          <p:nvPr/>
        </p:nvPicPr>
        <p:blipFill>
          <a:blip r:embed="rId12"/>
          <a:stretch/>
        </p:blipFill>
        <p:spPr>
          <a:xfrm>
            <a:off x="691920" y="5057640"/>
            <a:ext cx="2482560" cy="22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Picture 28"/>
          <p:cNvPicPr/>
          <p:nvPr/>
        </p:nvPicPr>
        <p:blipFill>
          <a:blip r:embed="rId13"/>
          <a:stretch/>
        </p:blipFill>
        <p:spPr>
          <a:xfrm>
            <a:off x="405360" y="5323680"/>
            <a:ext cx="215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Picture 29"/>
          <p:cNvPicPr/>
          <p:nvPr/>
        </p:nvPicPr>
        <p:blipFill>
          <a:blip r:embed="rId14"/>
          <a:stretch/>
        </p:blipFill>
        <p:spPr>
          <a:xfrm>
            <a:off x="691920" y="5316840"/>
            <a:ext cx="2482560" cy="22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Picture 22"/>
          <p:cNvPicPr/>
          <p:nvPr/>
        </p:nvPicPr>
        <p:blipFill>
          <a:blip r:embed="rId15"/>
          <a:stretch/>
        </p:blipFill>
        <p:spPr>
          <a:xfrm>
            <a:off x="1314000" y="5572440"/>
            <a:ext cx="959760" cy="229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5" name="Group 14"/>
          <p:cNvGrpSpPr/>
          <p:nvPr/>
        </p:nvGrpSpPr>
        <p:grpSpPr>
          <a:xfrm>
            <a:off x="412560" y="5599800"/>
            <a:ext cx="856440" cy="190440"/>
            <a:chOff x="412560" y="5599800"/>
            <a:chExt cx="856440" cy="190440"/>
          </a:xfrm>
        </p:grpSpPr>
        <p:pic>
          <p:nvPicPr>
            <p:cNvPr id="296" name="Picture 23"/>
            <p:cNvPicPr/>
            <p:nvPr/>
          </p:nvPicPr>
          <p:blipFill>
            <a:blip r:embed="rId16"/>
            <a:stretch/>
          </p:blipFill>
          <p:spPr>
            <a:xfrm>
              <a:off x="41256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7" name="Picture 24"/>
            <p:cNvPicPr/>
            <p:nvPr/>
          </p:nvPicPr>
          <p:blipFill>
            <a:blip r:embed="rId17"/>
            <a:stretch/>
          </p:blipFill>
          <p:spPr>
            <a:xfrm>
              <a:off x="63468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8" name="Picture 25"/>
            <p:cNvPicPr/>
            <p:nvPr/>
          </p:nvPicPr>
          <p:blipFill>
            <a:blip r:embed="rId18"/>
            <a:stretch/>
          </p:blipFill>
          <p:spPr>
            <a:xfrm>
              <a:off x="85644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9" name="Picture 30"/>
            <p:cNvPicPr/>
            <p:nvPr/>
          </p:nvPicPr>
          <p:blipFill>
            <a:blip r:embed="rId19"/>
            <a:stretch/>
          </p:blipFill>
          <p:spPr>
            <a:xfrm>
              <a:off x="107856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0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0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3" name="Picture 12"/>
          <p:cNvPicPr/>
          <p:nvPr/>
        </p:nvPicPr>
        <p:blipFill>
          <a:blip r:embed="rId5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PlaceHolder 1"/>
          <p:cNvSpPr>
            <a:spLocks noGrp="1"/>
          </p:cNvSpPr>
          <p:nvPr>
            <p:ph type="dt" idx="88"/>
          </p:nvPr>
        </p:nvSpPr>
        <p:spPr>
          <a:xfrm>
            <a:off x="45234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ftr" idx="89"/>
          </p:nvPr>
        </p:nvSpPr>
        <p:spPr>
          <a:xfrm>
            <a:off x="316080" y="6449400"/>
            <a:ext cx="420696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90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9ADCB4-4CFB-48C4-B64D-FA8D078CA23C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7" name="Picture 13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7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1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1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Picture 9"/>
          <p:cNvPicPr/>
          <p:nvPr/>
        </p:nvPicPr>
        <p:blipFill>
          <a:blip r:embed="rId5"/>
          <a:stretch/>
        </p:blipFill>
        <p:spPr>
          <a:xfrm>
            <a:off x="6146640" y="0"/>
            <a:ext cx="6044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297720" y="1122480"/>
            <a:ext cx="511668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297720" y="3510000"/>
            <a:ext cx="5116680" cy="1499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  <a:def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add subtitle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dt" idx="91"/>
          </p:nvPr>
        </p:nvSpPr>
        <p:spPr>
          <a:xfrm>
            <a:off x="442044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ftr" idx="92"/>
          </p:nvPr>
        </p:nvSpPr>
        <p:spPr>
          <a:xfrm>
            <a:off x="297720" y="6451200"/>
            <a:ext cx="412236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sldNum" idx="93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2BD27-A51B-4AE5-8A8D-8321FEA66799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19" name="Picture 8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2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2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Picture 8"/>
          <p:cNvPicPr/>
          <p:nvPr/>
        </p:nvPicPr>
        <p:blipFill>
          <a:blip r:embed="rId5"/>
          <a:stretch/>
        </p:blipFill>
        <p:spPr>
          <a:xfrm>
            <a:off x="6146640" y="0"/>
            <a:ext cx="6044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297720" y="1122480"/>
            <a:ext cx="511668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297720" y="3510000"/>
            <a:ext cx="5116680" cy="1499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  <a:def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add subtitle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dt" idx="94"/>
          </p:nvPr>
        </p:nvSpPr>
        <p:spPr>
          <a:xfrm>
            <a:off x="442044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ftr" idx="95"/>
          </p:nvPr>
        </p:nvSpPr>
        <p:spPr>
          <a:xfrm>
            <a:off x="297720" y="6451200"/>
            <a:ext cx="412236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5"/>
          <p:cNvSpPr>
            <a:spLocks noGrp="1"/>
          </p:cNvSpPr>
          <p:nvPr>
            <p:ph type="sldNum" idx="96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8BC26B-A73D-4416-A7D4-842BBB321EBE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29" name="Picture 11" descr="A black and white image of a person's face  Description automatically generated with low confidence"/>
          <p:cNvPicPr/>
          <p:nvPr/>
        </p:nvPicPr>
        <p:blipFill>
          <a:blip r:embed="rId6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3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3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97720" y="1122480"/>
            <a:ext cx="5116680" cy="23871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42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2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297720" y="3510000"/>
            <a:ext cx="5116680" cy="1499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  <a:def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5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GB" sz="2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add subtitle</a:t>
            </a:r>
            <a:endParaRPr lang="en-US" sz="2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dt" idx="97"/>
          </p:nvPr>
        </p:nvSpPr>
        <p:spPr>
          <a:xfrm>
            <a:off x="442044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ftr" idx="98"/>
          </p:nvPr>
        </p:nvSpPr>
        <p:spPr>
          <a:xfrm>
            <a:off x="297720" y="6451200"/>
            <a:ext cx="412236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5"/>
          <p:cNvSpPr>
            <a:spLocks noGrp="1"/>
          </p:cNvSpPr>
          <p:nvPr>
            <p:ph type="sldNum" idx="99"/>
          </p:nvPr>
        </p:nvSpPr>
        <p:spPr>
          <a:xfrm>
            <a:off x="10636920" y="64512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E0B731-F91B-441B-AA70-5872A9E2A868}" type="slidenum">
              <a:rPr lang="en-US" sz="7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38" name="Picture 8" descr="A black and white image of a person's face  Description automatically generated with low confidence"/>
          <p:cNvPicPr/>
          <p:nvPr/>
        </p:nvPicPr>
        <p:blipFill>
          <a:blip r:embed="rId5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Picture 9"/>
          <p:cNvPicPr/>
          <p:nvPr/>
        </p:nvPicPr>
        <p:blipFill>
          <a:blip r:embed="rId6"/>
          <a:stretch/>
        </p:blipFill>
        <p:spPr>
          <a:xfrm>
            <a:off x="6146640" y="0"/>
            <a:ext cx="6044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0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41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42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114811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302040" y="2358720"/>
            <a:ext cx="1148112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dt" idx="100"/>
          </p:nvPr>
        </p:nvSpPr>
        <p:spPr>
          <a:xfrm>
            <a:off x="9507600" y="6449400"/>
            <a:ext cx="112896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ftr" idx="101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5"/>
          <p:cNvSpPr>
            <a:spLocks noGrp="1"/>
          </p:cNvSpPr>
          <p:nvPr>
            <p:ph type="sldNum" idx="102"/>
          </p:nvPr>
        </p:nvSpPr>
        <p:spPr>
          <a:xfrm>
            <a:off x="10636920" y="6449400"/>
            <a:ext cx="11462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184D0B-CE96-4C58-813E-3A66D6C1BF6E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49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50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114811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302040" y="2358720"/>
            <a:ext cx="1055916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ftr" idx="103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4" name="Picture 11"/>
          <p:cNvPicPr/>
          <p:nvPr/>
        </p:nvPicPr>
        <p:blipFill>
          <a:blip r:embed="rId5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PlaceHolder 4"/>
          <p:cNvSpPr>
            <a:spLocks noGrp="1"/>
          </p:cNvSpPr>
          <p:nvPr>
            <p:ph type="dt" idx="104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PlaceHolder 5"/>
          <p:cNvSpPr>
            <a:spLocks noGrp="1"/>
          </p:cNvSpPr>
          <p:nvPr>
            <p:ph type="sldNum" idx="105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E6D244-1379-4894-B925-6E89FC466659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7" name="Object 7"/>
          <p:cNvGraphicFramePr/>
          <p:nvPr/>
        </p:nvGraphicFramePr>
        <p:xfrm>
          <a:off x="1440" y="1440"/>
          <a:ext cx="1080" cy="10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358" name="Object 7" hidden="1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1080" cy="1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359" name="Picture 8" descr="Shape  Description automatically generated with medium confidence"/>
          <p:cNvPicPr/>
          <p:nvPr/>
        </p:nvPicPr>
        <p:blipFill>
          <a:blip r:embed="rId4"/>
          <a:stretch/>
        </p:blipFill>
        <p:spPr>
          <a:xfrm>
            <a:off x="408600" y="406800"/>
            <a:ext cx="134460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302040" y="955800"/>
            <a:ext cx="11481120" cy="95436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ftr" idx="106"/>
          </p:nvPr>
        </p:nvSpPr>
        <p:spPr>
          <a:xfrm>
            <a:off x="302040" y="644940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&lt;footer&gt;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2" name="Picture 9"/>
          <p:cNvPicPr/>
          <p:nvPr/>
        </p:nvPicPr>
        <p:blipFill>
          <a:blip r:embed="rId5"/>
          <a:stretch/>
        </p:blipFill>
        <p:spPr>
          <a:xfrm>
            <a:off x="10996200" y="4361760"/>
            <a:ext cx="1195200" cy="199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PlaceHolder 3"/>
          <p:cNvSpPr>
            <a:spLocks noGrp="1"/>
          </p:cNvSpPr>
          <p:nvPr>
            <p:ph type="dt" idx="107"/>
          </p:nvPr>
        </p:nvSpPr>
        <p:spPr>
          <a:xfrm>
            <a:off x="9954000" y="6451200"/>
            <a:ext cx="993600" cy="25164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AU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&lt;date/time&gt;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 type="sldNum" idx="108"/>
          </p:nvPr>
        </p:nvSpPr>
        <p:spPr>
          <a:xfrm>
            <a:off x="10996200" y="6451200"/>
            <a:ext cx="7866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3CFDA0-6430-4780-A03C-143C18BE15B1}" type="slidenum"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PlaceHolder 5"/>
          <p:cNvSpPr>
            <a:spLocks noGrp="1"/>
          </p:cNvSpPr>
          <p:nvPr>
            <p:ph type="body"/>
          </p:nvPr>
        </p:nvSpPr>
        <p:spPr>
          <a:xfrm>
            <a:off x="302040" y="2358720"/>
            <a:ext cx="10559160" cy="37090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5720" anchor="t">
            <a:noAutofit/>
          </a:bodyPr>
          <a:lstStyle>
            <a:lvl1pPr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105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5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8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ftr" idx="112"/>
          </p:nvPr>
        </p:nvSpPr>
        <p:spPr>
          <a:xfrm>
            <a:off x="302040" y="6449400"/>
            <a:ext cx="411804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Copyright © 2026 Nexon Asia Pacific. All rights reserved. Commercial In Confidence. 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Title 1"/>
          <p:cNvSpPr/>
          <p:nvPr/>
        </p:nvSpPr>
        <p:spPr>
          <a:xfrm>
            <a:off x="302040" y="4385160"/>
            <a:ext cx="5112000" cy="18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bIns="216000" anchor="b">
            <a:noAutofit/>
          </a:bodyPr>
          <a:p>
            <a:pPr defTabSz="914400">
              <a:lnSpc>
                <a:spcPct val="90000"/>
              </a:lnSpc>
            </a:pPr>
            <a:br>
              <a:rPr sz="1800"/>
            </a:br>
            <a:br>
              <a:rPr sz="1600"/>
            </a:br>
            <a:br>
              <a:rPr sz="1600"/>
            </a:b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Presented by [Nexon Representative]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itle 1"/>
          <p:cNvSpPr/>
          <p:nvPr/>
        </p:nvSpPr>
        <p:spPr>
          <a:xfrm>
            <a:off x="440280" y="3548160"/>
            <a:ext cx="51120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bIns="216000" anchor="b">
            <a:noAutofit/>
          </a:bodyPr>
          <a:p>
            <a:pPr algn="ctr" defTabSz="914400">
              <a:lnSpc>
                <a:spcPct val="90000"/>
              </a:lnSpc>
            </a:pPr>
            <a:br>
              <a:rPr sz="3600"/>
            </a:br>
            <a:br>
              <a:rPr sz="3600"/>
            </a:b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[Client Name]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Monthly Service Review</a:t>
            </a:r>
            <a:br>
              <a:rPr sz="2800"/>
            </a:b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[Month Year]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393480" y="966600"/>
            <a:ext cx="5832720" cy="512208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21600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Agenda </a:t>
            </a:r>
            <a:br>
              <a:rPr sz="3600"/>
            </a:br>
            <a:br>
              <a:rPr sz="3600"/>
            </a:b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Vulnerability Overview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Service Desk Calls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Network Summary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Incident &amp; Services Review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Trends Analysis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Problem Management  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Change Management 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Risks, Issues &amp; Planning Review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- Appendix </a:t>
            </a:r>
            <a:endParaRPr lang="en-US" sz="24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8"/>
          </p:nvPr>
        </p:nvSpPr>
        <p:spPr/>
        <p:txBody>
          <a:bodyPr/>
          <a:p>
            <a:r>
              <a:t>Copyright © 2026 Nexon Asia Pacific. All rights reserved. Commercial In Confidence. 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24905ADA-ADB2-4A2F-95BA-8C4AC6136AC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3790440" y="146880"/>
            <a:ext cx="11481120" cy="719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0000" bIns="45720" anchor="t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ABC XYZ</a:t>
            </a:r>
            <a:endParaRPr lang="en-US" sz="32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7" name="Table 4"/>
          <p:cNvGraphicFramePr/>
          <p:nvPr/>
        </p:nvGraphicFramePr>
        <p:xfrm>
          <a:off x="236520" y="785160"/>
          <a:ext cx="11327760" cy="1833120"/>
        </p:xfrm>
        <a:graphic>
          <a:graphicData uri="http://schemas.openxmlformats.org/drawingml/2006/table">
            <a:tbl>
              <a:tblPr/>
              <a:tblGrid>
                <a:gridCol w="1707840"/>
                <a:gridCol w="881280"/>
                <a:gridCol w="7091640"/>
                <a:gridCol w="1647360"/>
              </a:tblGrid>
              <a:tr h="344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454680"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229680"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402120"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402120"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37800" tIns="25200" rIns="37800" bIns="2520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Aptos"/>
                        </a:rPr>
                        <a:t>#######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7800" marR="3780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C4391B-B204-41EE-BFC7-EEC094E7E67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185760" y="851040"/>
            <a:ext cx="11482200" cy="55908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txBody>
          <a:bodyPr lIns="90000" tIns="45720" rIns="9000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AU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XYZ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0"/>
          <p:cNvSpPr/>
          <p:nvPr/>
        </p:nvSpPr>
        <p:spPr>
          <a:xfrm>
            <a:off x="7300800" y="2171880"/>
            <a:ext cx="48909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914400" defTabSz="914400">
              <a:lnSpc>
                <a:spcPct val="115000"/>
              </a:lnSpc>
              <a:spcBef>
                <a:spcPts val="400"/>
              </a:spcBef>
              <a:spcAft>
                <a:spcPts val="201"/>
              </a:spcAft>
            </a:pPr>
            <a:r>
              <a:rPr lang="en-A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S PGothic"/>
              </a:rPr>
              <a:t>Dummy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6"/>
          <p:cNvSpPr/>
          <p:nvPr/>
        </p:nvSpPr>
        <p:spPr>
          <a:xfrm>
            <a:off x="1260720" y="1647360"/>
            <a:ext cx="44118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Sample Chart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4"/>
          <p:cNvSpPr/>
          <p:nvPr/>
        </p:nvSpPr>
        <p:spPr>
          <a:xfrm>
            <a:off x="663480" y="5897160"/>
            <a:ext cx="46692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AU" sz="12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Note:</a:t>
            </a:r>
            <a:r>
              <a:rPr lang="en-AU" sz="12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 XYZ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9"/>
          <p:cNvSpPr/>
          <p:nvPr/>
        </p:nvSpPr>
        <p:spPr>
          <a:xfrm>
            <a:off x="7300800" y="3165120"/>
            <a:ext cx="4482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AU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Dummy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Picture 2"/>
          <p:cNvPicPr/>
          <p:nvPr/>
        </p:nvPicPr>
        <p:blipFill>
          <a:blip r:embed="rId1"/>
          <a:stretch/>
        </p:blipFill>
        <p:spPr>
          <a:xfrm>
            <a:off x="408600" y="2214000"/>
            <a:ext cx="6277320" cy="31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358A4E-C07B-4C75-8988-174CC751FC5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ftr" idx="113"/>
          </p:nvPr>
        </p:nvSpPr>
        <p:spPr>
          <a:xfrm>
            <a:off x="8549280" y="6565680"/>
            <a:ext cx="4221000" cy="25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Copyright © [###] Nexon Asia Pacific. All rights reserved. Commercial In Confidence. 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title"/>
          </p:nvPr>
        </p:nvSpPr>
        <p:spPr>
          <a:xfrm>
            <a:off x="300960" y="723960"/>
            <a:ext cx="11482200" cy="48492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txBody>
          <a:bodyPr lIns="90000" tIns="45720" rIns="9000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AU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XYZ ABC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10"/>
          <p:cNvSpPr/>
          <p:nvPr/>
        </p:nvSpPr>
        <p:spPr>
          <a:xfrm>
            <a:off x="300960" y="1352160"/>
            <a:ext cx="99338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15000"/>
              </a:lnSpc>
              <a:spcAft>
                <a:spcPts val="799"/>
              </a:spcAf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Dummy Content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7" name="Table 9"/>
          <p:cNvGraphicFramePr/>
          <p:nvPr/>
        </p:nvGraphicFramePr>
        <p:xfrm>
          <a:off x="300960" y="2154960"/>
          <a:ext cx="6307920" cy="2576160"/>
        </p:xfrm>
        <a:graphic>
          <a:graphicData uri="http://schemas.openxmlformats.org/drawingml/2006/table">
            <a:tbl>
              <a:tblPr/>
              <a:tblGrid>
                <a:gridCol w="2832480"/>
                <a:gridCol w="1998360"/>
                <a:gridCol w="1477440"/>
              </a:tblGrid>
              <a:tr h="11160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XXXXX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E8AF5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XXXXX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E8AF5"/>
                    </a:solidFill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XXXXX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2E8AF5"/>
                    </a:solidFill>
                  </a:tcPr>
                </a:tc>
              </a:tr>
              <a:tr h="3560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160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8400" tIns="0" rIns="68400" bIns="0" anchor="t">
                      <a:noAutofit/>
                    </a:bodyPr>
                    <a:p>
                      <a:pPr defTabSz="914400">
                        <a:lnSpc>
                          <a:spcPct val="115000"/>
                        </a:lnSpc>
                        <a:spcAft>
                          <a:spcPts val="799"/>
                        </a:spcAft>
                      </a:pPr>
                      <a:r>
                        <a:rPr lang="en-AU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 Light"/>
                          <a:ea typeface="Calibri Light"/>
                        </a:rPr>
                        <a:t>[###]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01AB24-38ED-4629-9B55-71A932DB62E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itle 1"/>
          <p:cNvSpPr/>
          <p:nvPr/>
        </p:nvSpPr>
        <p:spPr>
          <a:xfrm>
            <a:off x="297000" y="1122480"/>
            <a:ext cx="5117760" cy="11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bIns="216000" anchor="b">
            <a:noAutofit/>
          </a:bodyPr>
          <a:p>
            <a:pPr defTabSz="914400">
              <a:lnSpc>
                <a:spcPct val="9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New Section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68"/>
          </p:nvPr>
        </p:nvSpPr>
        <p:spPr/>
        <p:txBody>
          <a:bodyPr/>
          <a:p>
            <a:r>
              <a:t>Copyright © 2026 Nexon Asia Pacific. All rights reserved. Commercial In Confidence. 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66CB52DE-C915-4AF2-A6D7-A6131A053CE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301680" y="955800"/>
            <a:ext cx="11482200" cy="58032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txBody>
          <a:bodyPr lIns="90000" tIns="45720" rIns="9000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AU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Sample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8"/>
          <p:cNvSpPr/>
          <p:nvPr/>
        </p:nvSpPr>
        <p:spPr>
          <a:xfrm>
            <a:off x="7476480" y="2182320"/>
            <a:ext cx="3825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Commentary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Dummy Comment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Picture 4"/>
          <p:cNvPicPr/>
          <p:nvPr/>
        </p:nvPicPr>
        <p:blipFill>
          <a:blip r:embed="rId1"/>
          <a:stretch/>
        </p:blipFill>
        <p:spPr>
          <a:xfrm>
            <a:off x="301680" y="1758240"/>
            <a:ext cx="6144120" cy="328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Copyright © 2026 Nexon Asia Pacific. All rights reserved. Commercial In Confidence. 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140FA9-4800-4F12-A2B7-1C5A3A4D0F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Picture 16" descr="A picture containing text, clipart  Description automatically generated"/>
          <p:cNvPicPr/>
          <p:nvPr/>
        </p:nvPicPr>
        <p:blipFill>
          <a:blip r:embed="rId1"/>
          <a:stretch/>
        </p:blipFill>
        <p:spPr>
          <a:xfrm>
            <a:off x="408600" y="1439280"/>
            <a:ext cx="3140640" cy="86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Picture 25" descr="Graphical user interface, text  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401400" y="2841120"/>
            <a:ext cx="1964160" cy="112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Picture 30"/>
          <p:cNvPicPr/>
          <p:nvPr/>
        </p:nvPicPr>
        <p:blipFill>
          <a:blip r:embed="rId3"/>
          <a:stretch/>
        </p:blipFill>
        <p:spPr>
          <a:xfrm>
            <a:off x="405360" y="4805280"/>
            <a:ext cx="215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Picture 31"/>
          <p:cNvPicPr/>
          <p:nvPr/>
        </p:nvPicPr>
        <p:blipFill>
          <a:blip r:embed="rId4"/>
          <a:stretch/>
        </p:blipFill>
        <p:spPr>
          <a:xfrm>
            <a:off x="691920" y="4798440"/>
            <a:ext cx="2482560" cy="22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Picture 32"/>
          <p:cNvPicPr/>
          <p:nvPr/>
        </p:nvPicPr>
        <p:blipFill>
          <a:blip r:embed="rId5"/>
          <a:stretch/>
        </p:blipFill>
        <p:spPr>
          <a:xfrm>
            <a:off x="405360" y="5064480"/>
            <a:ext cx="215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Picture 33"/>
          <p:cNvPicPr/>
          <p:nvPr/>
        </p:nvPicPr>
        <p:blipFill>
          <a:blip r:embed="rId6"/>
          <a:stretch/>
        </p:blipFill>
        <p:spPr>
          <a:xfrm>
            <a:off x="691920" y="5057640"/>
            <a:ext cx="2482560" cy="22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Picture 34"/>
          <p:cNvPicPr/>
          <p:nvPr/>
        </p:nvPicPr>
        <p:blipFill>
          <a:blip r:embed="rId7"/>
          <a:stretch/>
        </p:blipFill>
        <p:spPr>
          <a:xfrm>
            <a:off x="405360" y="5323680"/>
            <a:ext cx="215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Picture 35"/>
          <p:cNvPicPr/>
          <p:nvPr/>
        </p:nvPicPr>
        <p:blipFill>
          <a:blip r:embed="rId8"/>
          <a:stretch/>
        </p:blipFill>
        <p:spPr>
          <a:xfrm>
            <a:off x="691920" y="5316840"/>
            <a:ext cx="2482560" cy="22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Picture 36"/>
          <p:cNvPicPr/>
          <p:nvPr/>
        </p:nvPicPr>
        <p:blipFill>
          <a:blip r:embed="rId9"/>
          <a:stretch/>
        </p:blipFill>
        <p:spPr>
          <a:xfrm>
            <a:off x="1314000" y="5572440"/>
            <a:ext cx="959760" cy="229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1" name="Group 1"/>
          <p:cNvGrpSpPr/>
          <p:nvPr/>
        </p:nvGrpSpPr>
        <p:grpSpPr>
          <a:xfrm>
            <a:off x="412560" y="5599800"/>
            <a:ext cx="856440" cy="190440"/>
            <a:chOff x="412560" y="5599800"/>
            <a:chExt cx="856440" cy="190440"/>
          </a:xfrm>
        </p:grpSpPr>
        <p:pic>
          <p:nvPicPr>
            <p:cNvPr id="402" name="Picture 37"/>
            <p:cNvPicPr/>
            <p:nvPr/>
          </p:nvPicPr>
          <p:blipFill>
            <a:blip r:embed="rId10"/>
            <a:stretch/>
          </p:blipFill>
          <p:spPr>
            <a:xfrm>
              <a:off x="41256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03" name="Picture 38"/>
            <p:cNvPicPr/>
            <p:nvPr/>
          </p:nvPicPr>
          <p:blipFill>
            <a:blip r:embed="rId11"/>
            <a:stretch/>
          </p:blipFill>
          <p:spPr>
            <a:xfrm>
              <a:off x="63468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04" name="Picture 39"/>
            <p:cNvPicPr/>
            <p:nvPr/>
          </p:nvPicPr>
          <p:blipFill>
            <a:blip r:embed="rId12"/>
            <a:stretch/>
          </p:blipFill>
          <p:spPr>
            <a:xfrm>
              <a:off x="85644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05" name="Picture 40"/>
            <p:cNvPicPr/>
            <p:nvPr/>
          </p:nvPicPr>
          <p:blipFill>
            <a:blip r:embed="rId13"/>
            <a:stretch/>
          </p:blipFill>
          <p:spPr>
            <a:xfrm>
              <a:off x="1078560" y="5599800"/>
              <a:ext cx="190440" cy="1904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" name="PlaceHolder 1"/>
          <p:cNvSpPr>
            <a:spLocks noGrp="1"/>
          </p:cNvSpPr>
          <p:nvPr>
            <p:ph type="ftr" idx="89"/>
          </p:nvPr>
        </p:nvSpPr>
        <p:spPr/>
        <p:txBody>
          <a:bodyPr/>
          <a:p>
            <a:r>
              <a:t>Copyright © 2026 Nexon Asia Pacific. All rights reserved. Commercial In Confidence. 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F0A9FC28-B0EB-4730-B493-262E0A55C3D3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Nexon 2022">
      <a:dk1>
        <a:srgbClr val="000000"/>
      </a:dk1>
      <a:lt1>
        <a:srgbClr val="FFFFFF"/>
      </a:lt1>
      <a:dk2>
        <a:srgbClr val="1D1D1D"/>
      </a:dk2>
      <a:lt2>
        <a:srgbClr val="F7F1F1"/>
      </a:lt2>
      <a:accent1>
        <a:srgbClr val="2E8AF4"/>
      </a:accent1>
      <a:accent2>
        <a:srgbClr val="E34749"/>
      </a:accent2>
      <a:accent3>
        <a:srgbClr val="FFBF00"/>
      </a:accent3>
      <a:accent4>
        <a:srgbClr val="00C982"/>
      </a:accent4>
      <a:accent5>
        <a:srgbClr val="87C9F7"/>
      </a:accent5>
      <a:accent6>
        <a:srgbClr val="FA9EAB"/>
      </a:accent6>
      <a:hlink>
        <a:srgbClr val="00C982"/>
      </a:hlink>
      <a:folHlink>
        <a:srgbClr val="007C5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302089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2022-01-13T05:11:25Z</dcterms:created>
  <dc:creator>Chris Sanchez</dc:creator>
  <dc:description/>
  <dc:language>en-US</dc:language>
  <cp:lastModifiedBy/>
  <cp:lastPrinted>2025-11-12T00:57:28Z</cp:lastPrinted>
  <dcterms:modified xsi:type="dcterms:W3CDTF">2026-07-24T10:34:26Z</dcterms:modified>
  <cp:revision>221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0x01010036F88CC382F129499972494ABA34DE5E060012838FA159B73D47830F3BD37055C0DA</vt:lpwstr>
  </property>
  <property fmtid="{D5CDD505-2E9C-101B-9397-08002B2CF9AE}" pid="3" name="MediaServiceImageTags">
    <vt:lpwstr/>
  </property>
  <property fmtid="{D5CDD505-2E9C-101B-9397-08002B2CF9AE}" pid="4" name="NexonDocumentType">
    <vt:lpwstr/>
  </property>
  <property fmtid="{D5CDD505-2E9C-101B-9397-08002B2CF9AE}" pid="5" name="NexonDocumentYear">
    <vt:lpwstr>133;#2020|1e029028-1f94-4c30-8ad9-43e1305f21c4</vt:lpwstr>
  </property>
  <property fmtid="{D5CDD505-2E9C-101B-9397-08002B2CF9AE}" pid="6" name="NexonFunctionalArea">
    <vt:lpwstr>7;#Marketing|4db5272c-52a7-4c63-91af-8e1e8b0cc238</vt:lpwstr>
  </property>
  <property fmtid="{D5CDD505-2E9C-101B-9397-08002B2CF9AE}" pid="7" name="NexonTemplateType">
    <vt:lpwstr/>
  </property>
  <property fmtid="{D5CDD505-2E9C-101B-9397-08002B2CF9AE}" pid="8" name="Notes">
    <vt:r8>1</vt:r8>
  </property>
  <property fmtid="{D5CDD505-2E9C-101B-9397-08002B2CF9AE}" pid="9" name="PresentationFormat">
    <vt:lpwstr>Widescreen</vt:lpwstr>
  </property>
  <property fmtid="{D5CDD505-2E9C-101B-9397-08002B2CF9AE}" pid="10" name="Slides">
    <vt:r8>60</vt:r8>
  </property>
  <property fmtid="{D5CDD505-2E9C-101B-9397-08002B2CF9AE}" pid="11" name="e8a5efc67a0945c1ad29be0193277b98">
    <vt:lpwstr/>
  </property>
  <property fmtid="{D5CDD505-2E9C-101B-9397-08002B2CF9AE}" pid="12" name="lcf76f155ced4ddcb4097134ff3c332f">
    <vt:lpwstr/>
  </property>
</Properties>
</file>